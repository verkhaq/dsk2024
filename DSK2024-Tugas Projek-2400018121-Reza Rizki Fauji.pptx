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laypen Sans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66"/>
    <a:srgbClr val="FFA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176" y="-49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3.jpe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sv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30279" y="1028700"/>
            <a:ext cx="4657861" cy="4698977"/>
          </a:xfrm>
          <a:custGeom>
            <a:avLst/>
            <a:gdLst/>
            <a:ahLst/>
            <a:cxnLst/>
            <a:rect l="l" t="t" r="r" b="b"/>
            <a:pathLst>
              <a:path w="4657861" h="4698977">
                <a:moveTo>
                  <a:pt x="0" y="0"/>
                </a:moveTo>
                <a:lnTo>
                  <a:pt x="4657861" y="0"/>
                </a:lnTo>
                <a:lnTo>
                  <a:pt x="4657861" y="4698977"/>
                </a:lnTo>
                <a:lnTo>
                  <a:pt x="0" y="469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28873" y="3231435"/>
            <a:ext cx="4526280" cy="8229600"/>
          </a:xfrm>
          <a:custGeom>
            <a:avLst/>
            <a:gdLst/>
            <a:ahLst/>
            <a:cxnLst/>
            <a:rect l="l" t="t" r="r" b="b"/>
            <a:pathLst>
              <a:path w="4526280" h="8229600">
                <a:moveTo>
                  <a:pt x="0" y="0"/>
                </a:moveTo>
                <a:lnTo>
                  <a:pt x="4526280" y="0"/>
                </a:lnTo>
                <a:lnTo>
                  <a:pt x="45262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34906" flipH="1">
            <a:off x="-705197" y="-1154170"/>
            <a:ext cx="4662690" cy="3765122"/>
          </a:xfrm>
          <a:custGeom>
            <a:avLst/>
            <a:gdLst/>
            <a:ahLst/>
            <a:cxnLst/>
            <a:rect l="l" t="t" r="r" b="b"/>
            <a:pathLst>
              <a:path w="4662690" h="3765122">
                <a:moveTo>
                  <a:pt x="4662690" y="0"/>
                </a:moveTo>
                <a:lnTo>
                  <a:pt x="0" y="0"/>
                </a:lnTo>
                <a:lnTo>
                  <a:pt x="0" y="3765122"/>
                </a:lnTo>
                <a:lnTo>
                  <a:pt x="4662690" y="3765122"/>
                </a:lnTo>
                <a:lnTo>
                  <a:pt x="466269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70186" y="0"/>
            <a:ext cx="3578229" cy="7346235"/>
          </a:xfrm>
          <a:custGeom>
            <a:avLst/>
            <a:gdLst/>
            <a:ahLst/>
            <a:cxnLst/>
            <a:rect l="l" t="t" r="r" b="b"/>
            <a:pathLst>
              <a:path w="3578229" h="7346235">
                <a:moveTo>
                  <a:pt x="0" y="0"/>
                </a:moveTo>
                <a:lnTo>
                  <a:pt x="3578228" y="0"/>
                </a:lnTo>
                <a:lnTo>
                  <a:pt x="3578228" y="7346235"/>
                </a:lnTo>
                <a:lnTo>
                  <a:pt x="0" y="734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3141255" y="7471385"/>
            <a:ext cx="4657861" cy="4698977"/>
          </a:xfrm>
          <a:custGeom>
            <a:avLst/>
            <a:gdLst/>
            <a:ahLst/>
            <a:cxnLst/>
            <a:rect l="l" t="t" r="r" b="b"/>
            <a:pathLst>
              <a:path w="4657861" h="4698977">
                <a:moveTo>
                  <a:pt x="0" y="0"/>
                </a:moveTo>
                <a:lnTo>
                  <a:pt x="4657861" y="0"/>
                </a:lnTo>
                <a:lnTo>
                  <a:pt x="4657861" y="4698977"/>
                </a:lnTo>
                <a:lnTo>
                  <a:pt x="0" y="469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8664082" flipH="1">
            <a:off x="-2612428" y="2843684"/>
            <a:ext cx="3578229" cy="7346235"/>
          </a:xfrm>
          <a:custGeom>
            <a:avLst/>
            <a:gdLst/>
            <a:ahLst/>
            <a:cxnLst/>
            <a:rect l="l" t="t" r="r" b="b"/>
            <a:pathLst>
              <a:path w="3578229" h="7346235">
                <a:moveTo>
                  <a:pt x="3578229" y="0"/>
                </a:moveTo>
                <a:lnTo>
                  <a:pt x="0" y="0"/>
                </a:lnTo>
                <a:lnTo>
                  <a:pt x="0" y="7346235"/>
                </a:lnTo>
                <a:lnTo>
                  <a:pt x="3578229" y="7346235"/>
                </a:lnTo>
                <a:lnTo>
                  <a:pt x="3578229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25059" y="1366588"/>
            <a:ext cx="1605499" cy="1605499"/>
          </a:xfrm>
          <a:custGeom>
            <a:avLst/>
            <a:gdLst/>
            <a:ahLst/>
            <a:cxnLst/>
            <a:rect l="l" t="t" r="r" b="b"/>
            <a:pathLst>
              <a:path w="1605499" h="1605499">
                <a:moveTo>
                  <a:pt x="0" y="0"/>
                </a:moveTo>
                <a:lnTo>
                  <a:pt x="1605499" y="0"/>
                </a:lnTo>
                <a:lnTo>
                  <a:pt x="1605499" y="1605499"/>
                </a:lnTo>
                <a:lnTo>
                  <a:pt x="0" y="1605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27" y="7035307"/>
            <a:ext cx="1408932" cy="1408932"/>
          </a:xfrm>
          <a:custGeom>
            <a:avLst/>
            <a:gdLst/>
            <a:ahLst/>
            <a:cxnLst/>
            <a:rect l="l" t="t" r="r" b="b"/>
            <a:pathLst>
              <a:path w="1408932" h="1408932">
                <a:moveTo>
                  <a:pt x="0" y="0"/>
                </a:moveTo>
                <a:lnTo>
                  <a:pt x="1408933" y="0"/>
                </a:lnTo>
                <a:lnTo>
                  <a:pt x="1408933" y="1408932"/>
                </a:lnTo>
                <a:lnTo>
                  <a:pt x="0" y="1408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98660" y="6516801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4"/>
                </a:lnTo>
                <a:lnTo>
                  <a:pt x="0" y="6302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46042" y="728391"/>
            <a:ext cx="675776" cy="675776"/>
          </a:xfrm>
          <a:custGeom>
            <a:avLst/>
            <a:gdLst/>
            <a:ahLst/>
            <a:cxnLst/>
            <a:rect l="l" t="t" r="r" b="b"/>
            <a:pathLst>
              <a:path w="675776" h="675776">
                <a:moveTo>
                  <a:pt x="0" y="0"/>
                </a:moveTo>
                <a:lnTo>
                  <a:pt x="675777" y="0"/>
                </a:lnTo>
                <a:lnTo>
                  <a:pt x="675777" y="675777"/>
                </a:lnTo>
                <a:lnTo>
                  <a:pt x="0" y="6757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196209">
            <a:off x="12078420" y="1368067"/>
            <a:ext cx="4176366" cy="2414817"/>
          </a:xfrm>
          <a:custGeom>
            <a:avLst/>
            <a:gdLst/>
            <a:ahLst/>
            <a:cxnLst/>
            <a:rect l="l" t="t" r="r" b="b"/>
            <a:pathLst>
              <a:path w="4176366" h="2414817">
                <a:moveTo>
                  <a:pt x="0" y="0"/>
                </a:moveTo>
                <a:lnTo>
                  <a:pt x="4176366" y="0"/>
                </a:lnTo>
                <a:lnTo>
                  <a:pt x="4176366" y="2414817"/>
                </a:lnTo>
                <a:lnTo>
                  <a:pt x="0" y="2414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51329"/>
            </a:stretch>
          </a:blipFill>
        </p:spPr>
      </p:sp>
      <p:sp>
        <p:nvSpPr>
          <p:cNvPr id="14" name="Freeform 14"/>
          <p:cNvSpPr/>
          <p:nvPr/>
        </p:nvSpPr>
        <p:spPr>
          <a:xfrm rot="2923274" flipV="1">
            <a:off x="1943673" y="7123660"/>
            <a:ext cx="4567819" cy="2641159"/>
          </a:xfrm>
          <a:custGeom>
            <a:avLst/>
            <a:gdLst/>
            <a:ahLst/>
            <a:cxnLst/>
            <a:rect l="l" t="t" r="r" b="b"/>
            <a:pathLst>
              <a:path w="4567819" h="2641159">
                <a:moveTo>
                  <a:pt x="0" y="2641159"/>
                </a:moveTo>
                <a:lnTo>
                  <a:pt x="4567818" y="2641159"/>
                </a:lnTo>
                <a:lnTo>
                  <a:pt x="4567818" y="0"/>
                </a:lnTo>
                <a:lnTo>
                  <a:pt x="0" y="0"/>
                </a:lnTo>
                <a:lnTo>
                  <a:pt x="0" y="2641159"/>
                </a:lnTo>
                <a:close/>
              </a:path>
            </a:pathLst>
          </a:custGeom>
          <a:blipFill>
            <a:blip r:embed="rId11"/>
            <a:stretch>
              <a:fillRect b="-5132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886755" y="2882107"/>
            <a:ext cx="10279848" cy="3885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00"/>
              </a:lnSpc>
            </a:pPr>
            <a:r>
              <a:rPr lang="en-US" sz="9712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Kontrol Transmisi Paket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6D09C3-C339-23F4-05B5-027E377AAD54}"/>
              </a:ext>
            </a:extLst>
          </p:cNvPr>
          <p:cNvSpPr/>
          <p:nvPr/>
        </p:nvSpPr>
        <p:spPr>
          <a:xfrm>
            <a:off x="5630558" y="6895562"/>
            <a:ext cx="7021813" cy="1197915"/>
          </a:xfrm>
          <a:prstGeom prst="roundRect">
            <a:avLst>
              <a:gd name="adj" fmla="val 50000"/>
            </a:avLst>
          </a:prstGeom>
          <a:solidFill>
            <a:srgbClr val="FFDA6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6"/>
          <p:cNvSpPr txBox="1"/>
          <p:nvPr/>
        </p:nvSpPr>
        <p:spPr>
          <a:xfrm>
            <a:off x="6094008" y="7166095"/>
            <a:ext cx="6099984" cy="65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7"/>
              </a:lnSpc>
            </a:pPr>
            <a:r>
              <a:rPr lang="en-US" sz="4441" b="1" dirty="0">
                <a:solidFill>
                  <a:srgbClr val="00436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Reza Rizki Fauji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2357" y="2178863"/>
            <a:ext cx="5143287" cy="56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sz="3744" b="1">
                <a:solidFill>
                  <a:srgbClr val="FFDA66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TUGAS AKHIR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30279" y="1028700"/>
            <a:ext cx="3839923" cy="3873819"/>
          </a:xfrm>
          <a:custGeom>
            <a:avLst/>
            <a:gdLst/>
            <a:ahLst/>
            <a:cxnLst/>
            <a:rect l="l" t="t" r="r" b="b"/>
            <a:pathLst>
              <a:path w="3839923" h="3873819">
                <a:moveTo>
                  <a:pt x="0" y="0"/>
                </a:moveTo>
                <a:lnTo>
                  <a:pt x="3839923" y="0"/>
                </a:lnTo>
                <a:lnTo>
                  <a:pt x="3839923" y="3873819"/>
                </a:lnTo>
                <a:lnTo>
                  <a:pt x="0" y="387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5237">
            <a:off x="15714352" y="3968183"/>
            <a:ext cx="3089896" cy="5617992"/>
          </a:xfrm>
          <a:custGeom>
            <a:avLst/>
            <a:gdLst/>
            <a:ahLst/>
            <a:cxnLst/>
            <a:rect l="l" t="t" r="r" b="b"/>
            <a:pathLst>
              <a:path w="3089896" h="5617992">
                <a:moveTo>
                  <a:pt x="0" y="0"/>
                </a:moveTo>
                <a:lnTo>
                  <a:pt x="3089896" y="0"/>
                </a:lnTo>
                <a:lnTo>
                  <a:pt x="3089896" y="5617992"/>
                </a:lnTo>
                <a:lnTo>
                  <a:pt x="0" y="5617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34906" flipH="1">
            <a:off x="-523501" y="-1303722"/>
            <a:ext cx="3753823" cy="3031212"/>
          </a:xfrm>
          <a:custGeom>
            <a:avLst/>
            <a:gdLst/>
            <a:ahLst/>
            <a:cxnLst/>
            <a:rect l="l" t="t" r="r" b="b"/>
            <a:pathLst>
              <a:path w="3753823" h="3031212">
                <a:moveTo>
                  <a:pt x="3753823" y="0"/>
                </a:moveTo>
                <a:lnTo>
                  <a:pt x="0" y="0"/>
                </a:lnTo>
                <a:lnTo>
                  <a:pt x="0" y="3031212"/>
                </a:lnTo>
                <a:lnTo>
                  <a:pt x="3753823" y="3031212"/>
                </a:lnTo>
                <a:lnTo>
                  <a:pt x="375382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46756">
            <a:off x="15998660" y="728391"/>
            <a:ext cx="2734633" cy="5614302"/>
          </a:xfrm>
          <a:custGeom>
            <a:avLst/>
            <a:gdLst/>
            <a:ahLst/>
            <a:cxnLst/>
            <a:rect l="l" t="t" r="r" b="b"/>
            <a:pathLst>
              <a:path w="2734633" h="5614302">
                <a:moveTo>
                  <a:pt x="0" y="0"/>
                </a:moveTo>
                <a:lnTo>
                  <a:pt x="2734633" y="0"/>
                </a:lnTo>
                <a:lnTo>
                  <a:pt x="2734633" y="5614302"/>
                </a:lnTo>
                <a:lnTo>
                  <a:pt x="0" y="561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4939712" y="7614576"/>
            <a:ext cx="3579066" cy="3610659"/>
          </a:xfrm>
          <a:custGeom>
            <a:avLst/>
            <a:gdLst/>
            <a:ahLst/>
            <a:cxnLst/>
            <a:rect l="l" t="t" r="r" b="b"/>
            <a:pathLst>
              <a:path w="3579066" h="3610659">
                <a:moveTo>
                  <a:pt x="0" y="0"/>
                </a:moveTo>
                <a:lnTo>
                  <a:pt x="3579065" y="0"/>
                </a:lnTo>
                <a:lnTo>
                  <a:pt x="3579065" y="3610659"/>
                </a:lnTo>
                <a:lnTo>
                  <a:pt x="0" y="3610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184836" flipH="1">
            <a:off x="-1456972" y="2986773"/>
            <a:ext cx="2913944" cy="5982433"/>
          </a:xfrm>
          <a:custGeom>
            <a:avLst/>
            <a:gdLst/>
            <a:ahLst/>
            <a:cxnLst/>
            <a:rect l="l" t="t" r="r" b="b"/>
            <a:pathLst>
              <a:path w="2913944" h="5982433">
                <a:moveTo>
                  <a:pt x="2913944" y="0"/>
                </a:moveTo>
                <a:lnTo>
                  <a:pt x="0" y="0"/>
                </a:lnTo>
                <a:lnTo>
                  <a:pt x="0" y="5982433"/>
                </a:lnTo>
                <a:lnTo>
                  <a:pt x="2913944" y="5982433"/>
                </a:lnTo>
                <a:lnTo>
                  <a:pt x="291394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2947150"/>
            <a:ext cx="4199894" cy="41998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8726" r="-21367"/>
              </a:stretch>
            </a:blipFill>
            <a:ln w="209550" cap="sq">
              <a:solidFill>
                <a:srgbClr val="FFDA66"/>
              </a:solidFill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16099001" y="7186363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3"/>
                </a:lnTo>
                <a:lnTo>
                  <a:pt x="0" y="630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46042" y="728391"/>
            <a:ext cx="675776" cy="675776"/>
          </a:xfrm>
          <a:custGeom>
            <a:avLst/>
            <a:gdLst/>
            <a:ahLst/>
            <a:cxnLst/>
            <a:rect l="l" t="t" r="r" b="b"/>
            <a:pathLst>
              <a:path w="675776" h="675776">
                <a:moveTo>
                  <a:pt x="0" y="0"/>
                </a:moveTo>
                <a:lnTo>
                  <a:pt x="675777" y="0"/>
                </a:lnTo>
                <a:lnTo>
                  <a:pt x="675777" y="675777"/>
                </a:lnTo>
                <a:lnTo>
                  <a:pt x="0" y="6757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241617" y="210918"/>
            <a:ext cx="3691143" cy="2134256"/>
          </a:xfrm>
          <a:custGeom>
            <a:avLst/>
            <a:gdLst/>
            <a:ahLst/>
            <a:cxnLst/>
            <a:rect l="l" t="t" r="r" b="b"/>
            <a:pathLst>
              <a:path w="3691143" h="2134256">
                <a:moveTo>
                  <a:pt x="0" y="0"/>
                </a:moveTo>
                <a:lnTo>
                  <a:pt x="3691143" y="0"/>
                </a:lnTo>
                <a:lnTo>
                  <a:pt x="3691143" y="2134256"/>
                </a:lnTo>
                <a:lnTo>
                  <a:pt x="0" y="21342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51329"/>
            </a:stretch>
          </a:blipFill>
        </p:spPr>
      </p:sp>
      <p:sp>
        <p:nvSpPr>
          <p:cNvPr id="14" name="Freeform 14"/>
          <p:cNvSpPr/>
          <p:nvPr/>
        </p:nvSpPr>
        <p:spPr>
          <a:xfrm rot="1616795" flipV="1">
            <a:off x="2063189" y="8038644"/>
            <a:ext cx="4567819" cy="2641159"/>
          </a:xfrm>
          <a:custGeom>
            <a:avLst/>
            <a:gdLst/>
            <a:ahLst/>
            <a:cxnLst/>
            <a:rect l="l" t="t" r="r" b="b"/>
            <a:pathLst>
              <a:path w="4567819" h="2641159">
                <a:moveTo>
                  <a:pt x="0" y="2641159"/>
                </a:moveTo>
                <a:lnTo>
                  <a:pt x="4567819" y="2641159"/>
                </a:lnTo>
                <a:lnTo>
                  <a:pt x="4567819" y="0"/>
                </a:lnTo>
                <a:lnTo>
                  <a:pt x="0" y="0"/>
                </a:lnTo>
                <a:lnTo>
                  <a:pt x="0" y="2641159"/>
                </a:lnTo>
                <a:close/>
              </a:path>
            </a:pathLst>
          </a:custGeom>
          <a:blipFill>
            <a:blip r:embed="rId10"/>
            <a:stretch>
              <a:fillRect b="-5132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255147" y="1316146"/>
            <a:ext cx="7777706" cy="8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999" b="1">
                <a:solidFill>
                  <a:srgbClr val="FFDA66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Deskripsi Program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7765" y="2577275"/>
            <a:ext cx="10272065" cy="523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3456" lvl="1" indent="-246728" algn="l">
              <a:lnSpc>
                <a:spcPts val="2628"/>
              </a:lnSpc>
              <a:buAutoNum type="arabicPeriod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Kapasitas Maksimum Jaringan: 128 Paket</a:t>
            </a:r>
          </a:p>
          <a:p>
            <a:pPr marL="986911" lvl="2" indent="-328970" algn="l">
              <a:lnSpc>
                <a:spcPts val="2628"/>
              </a:lnSpc>
              <a:buFont typeface="Arial"/>
              <a:buChar char="⚬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Jaringan dapat mentransfer maksimal 128 paket dalam satu siklus.</a:t>
            </a:r>
          </a:p>
          <a:p>
            <a:pPr marL="986911" lvl="2" indent="-328970" algn="l">
              <a:lnSpc>
                <a:spcPts val="2628"/>
              </a:lnSpc>
              <a:buFont typeface="Arial"/>
              <a:buChar char="⚬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Jika jumlah paket melebihi 128, maka transmisi diatur ulang dan dimulai lagi dari awal sesuai aturan.</a:t>
            </a:r>
          </a:p>
          <a:p>
            <a:pPr marL="493456" lvl="1" indent="-246728" algn="l">
              <a:lnSpc>
                <a:spcPts val="2628"/>
              </a:lnSpc>
              <a:buAutoNum type="arabicPeriod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Aturan Penambahan Paket</a:t>
            </a:r>
          </a:p>
          <a:p>
            <a:pPr marL="986911" lvl="2" indent="-328970" algn="l">
              <a:lnSpc>
                <a:spcPts val="2628"/>
              </a:lnSpc>
              <a:buFont typeface="Arial"/>
              <a:buChar char="⚬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Jika jumlah paket yang telah ditransmisikan kurang dari 64, maka jumlah paket yang ditransfer pada siklus berikutnya akan dikalikan dua (doubled).</a:t>
            </a:r>
          </a:p>
          <a:p>
            <a:pPr marL="986911" lvl="2" indent="-328970" algn="l">
              <a:lnSpc>
                <a:spcPts val="2628"/>
              </a:lnSpc>
              <a:buFont typeface="Arial"/>
              <a:buChar char="⚬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Jika jumlah paket yang telah ditransmisikan lebih besar atau sama dengan 64 tetapi kurang dari 128, maka jumlah paket akan ditambah 1.</a:t>
            </a:r>
          </a:p>
          <a:p>
            <a:pPr marL="986911" lvl="2" indent="-328970" algn="l">
              <a:lnSpc>
                <a:spcPts val="2628"/>
              </a:lnSpc>
              <a:buFont typeface="Arial"/>
              <a:buChar char="⚬"/>
            </a:pPr>
            <a:r>
              <a:rPr lang="en-US" sz="22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Jika jumlah paket yang telah ditransmisikan mencapai 128, siklus transmisi akan diulang dari awal, dimulai dengan 1 paket, dan aturan sebelumnya diulangi.</a:t>
            </a:r>
          </a:p>
          <a:p>
            <a:pPr algn="l">
              <a:lnSpc>
                <a:spcPts val="2628"/>
              </a:lnSpc>
            </a:pPr>
            <a:endParaRPr lang="en-US" sz="2285" b="1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 rot="232631">
            <a:off x="15975808" y="1967543"/>
            <a:ext cx="2551630" cy="5238590"/>
          </a:xfrm>
          <a:custGeom>
            <a:avLst/>
            <a:gdLst/>
            <a:ahLst/>
            <a:cxnLst/>
            <a:rect l="l" t="t" r="r" b="b"/>
            <a:pathLst>
              <a:path w="2551630" h="5238590">
                <a:moveTo>
                  <a:pt x="0" y="0"/>
                </a:moveTo>
                <a:lnTo>
                  <a:pt x="2551630" y="0"/>
                </a:lnTo>
                <a:lnTo>
                  <a:pt x="2551630" y="5238591"/>
                </a:lnTo>
                <a:lnTo>
                  <a:pt x="0" y="5238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183351" flipH="1">
            <a:off x="-594103" y="5812331"/>
            <a:ext cx="2677595" cy="2701230"/>
          </a:xfrm>
          <a:custGeom>
            <a:avLst/>
            <a:gdLst/>
            <a:ahLst/>
            <a:cxnLst/>
            <a:rect l="l" t="t" r="r" b="b"/>
            <a:pathLst>
              <a:path w="2677595" h="2701230">
                <a:moveTo>
                  <a:pt x="2677594" y="0"/>
                </a:moveTo>
                <a:lnTo>
                  <a:pt x="0" y="0"/>
                </a:lnTo>
                <a:lnTo>
                  <a:pt x="0" y="2701231"/>
                </a:lnTo>
                <a:lnTo>
                  <a:pt x="2677594" y="2701231"/>
                </a:lnTo>
                <a:lnTo>
                  <a:pt x="267759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5437">
            <a:off x="16407370" y="5268865"/>
            <a:ext cx="2455882" cy="4465240"/>
          </a:xfrm>
          <a:custGeom>
            <a:avLst/>
            <a:gdLst/>
            <a:ahLst/>
            <a:cxnLst/>
            <a:rect l="l" t="t" r="r" b="b"/>
            <a:pathLst>
              <a:path w="2455882" h="4465240">
                <a:moveTo>
                  <a:pt x="0" y="0"/>
                </a:moveTo>
                <a:lnTo>
                  <a:pt x="2455882" y="0"/>
                </a:lnTo>
                <a:lnTo>
                  <a:pt x="2455882" y="4465239"/>
                </a:lnTo>
                <a:lnTo>
                  <a:pt x="0" y="4465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823174">
            <a:off x="-672347" y="8461400"/>
            <a:ext cx="2834082" cy="2288521"/>
          </a:xfrm>
          <a:custGeom>
            <a:avLst/>
            <a:gdLst/>
            <a:ahLst/>
            <a:cxnLst/>
            <a:rect l="l" t="t" r="r" b="b"/>
            <a:pathLst>
              <a:path w="2834082" h="2288521">
                <a:moveTo>
                  <a:pt x="0" y="0"/>
                </a:moveTo>
                <a:lnTo>
                  <a:pt x="2834082" y="0"/>
                </a:lnTo>
                <a:lnTo>
                  <a:pt x="2834082" y="2288521"/>
                </a:lnTo>
                <a:lnTo>
                  <a:pt x="0" y="2288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5517119" y="8341422"/>
            <a:ext cx="2921612" cy="2947402"/>
          </a:xfrm>
          <a:custGeom>
            <a:avLst/>
            <a:gdLst/>
            <a:ahLst/>
            <a:cxnLst/>
            <a:rect l="l" t="t" r="r" b="b"/>
            <a:pathLst>
              <a:path w="2921612" h="2947402">
                <a:moveTo>
                  <a:pt x="0" y="0"/>
                </a:moveTo>
                <a:lnTo>
                  <a:pt x="2921612" y="0"/>
                </a:lnTo>
                <a:lnTo>
                  <a:pt x="2921612" y="2947402"/>
                </a:lnTo>
                <a:lnTo>
                  <a:pt x="0" y="294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36502" y="7501484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4"/>
                </a:lnTo>
                <a:lnTo>
                  <a:pt x="0" y="630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299858"/>
            <a:ext cx="1457683" cy="1457683"/>
          </a:xfrm>
          <a:custGeom>
            <a:avLst/>
            <a:gdLst/>
            <a:ahLst/>
            <a:cxnLst/>
            <a:rect l="l" t="t" r="r" b="b"/>
            <a:pathLst>
              <a:path w="1457683" h="1457683">
                <a:moveTo>
                  <a:pt x="0" y="0"/>
                </a:moveTo>
                <a:lnTo>
                  <a:pt x="1457683" y="0"/>
                </a:lnTo>
                <a:lnTo>
                  <a:pt x="1457683" y="1457684"/>
                </a:lnTo>
                <a:lnTo>
                  <a:pt x="0" y="1457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16795" flipV="1">
            <a:off x="2775590" y="8515914"/>
            <a:ext cx="3769377" cy="2179492"/>
          </a:xfrm>
          <a:custGeom>
            <a:avLst/>
            <a:gdLst/>
            <a:ahLst/>
            <a:cxnLst/>
            <a:rect l="l" t="t" r="r" b="b"/>
            <a:pathLst>
              <a:path w="3769377" h="2179492">
                <a:moveTo>
                  <a:pt x="0" y="2179492"/>
                </a:moveTo>
                <a:lnTo>
                  <a:pt x="3769378" y="2179492"/>
                </a:lnTo>
                <a:lnTo>
                  <a:pt x="3769378" y="0"/>
                </a:lnTo>
                <a:lnTo>
                  <a:pt x="0" y="0"/>
                </a:lnTo>
                <a:lnTo>
                  <a:pt x="0" y="2179492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1" name="Freeform 11"/>
          <p:cNvSpPr/>
          <p:nvPr/>
        </p:nvSpPr>
        <p:spPr>
          <a:xfrm rot="-105436" flipH="1">
            <a:off x="-144969" y="1925162"/>
            <a:ext cx="2551630" cy="5238590"/>
          </a:xfrm>
          <a:custGeom>
            <a:avLst/>
            <a:gdLst/>
            <a:ahLst/>
            <a:cxnLst/>
            <a:rect l="l" t="t" r="r" b="b"/>
            <a:pathLst>
              <a:path w="2551630" h="5238590">
                <a:moveTo>
                  <a:pt x="2551630" y="0"/>
                </a:moveTo>
                <a:lnTo>
                  <a:pt x="0" y="0"/>
                </a:lnTo>
                <a:lnTo>
                  <a:pt x="0" y="5238590"/>
                </a:lnTo>
                <a:lnTo>
                  <a:pt x="2551630" y="5238590"/>
                </a:lnTo>
                <a:lnTo>
                  <a:pt x="255163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74698" flipV="1">
            <a:off x="11232444" y="8489263"/>
            <a:ext cx="3769377" cy="2179492"/>
          </a:xfrm>
          <a:custGeom>
            <a:avLst/>
            <a:gdLst/>
            <a:ahLst/>
            <a:cxnLst/>
            <a:rect l="l" t="t" r="r" b="b"/>
            <a:pathLst>
              <a:path w="3769377" h="2179492">
                <a:moveTo>
                  <a:pt x="0" y="2179492"/>
                </a:moveTo>
                <a:lnTo>
                  <a:pt x="3769377" y="2179492"/>
                </a:lnTo>
                <a:lnTo>
                  <a:pt x="3769377" y="0"/>
                </a:lnTo>
                <a:lnTo>
                  <a:pt x="0" y="0"/>
                </a:lnTo>
                <a:lnTo>
                  <a:pt x="0" y="2179492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801617" y="299858"/>
            <a:ext cx="1457683" cy="1457683"/>
          </a:xfrm>
          <a:custGeom>
            <a:avLst/>
            <a:gdLst/>
            <a:ahLst/>
            <a:cxnLst/>
            <a:rect l="l" t="t" r="r" b="b"/>
            <a:pathLst>
              <a:path w="1457683" h="1457683">
                <a:moveTo>
                  <a:pt x="0" y="0"/>
                </a:moveTo>
                <a:lnTo>
                  <a:pt x="1457683" y="0"/>
                </a:lnTo>
                <a:lnTo>
                  <a:pt x="1457683" y="1457684"/>
                </a:lnTo>
                <a:lnTo>
                  <a:pt x="0" y="1457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02981" y="1254630"/>
            <a:ext cx="688578" cy="688578"/>
          </a:xfrm>
          <a:custGeom>
            <a:avLst/>
            <a:gdLst/>
            <a:ahLst/>
            <a:cxnLst/>
            <a:rect l="l" t="t" r="r" b="b"/>
            <a:pathLst>
              <a:path w="688578" h="688578">
                <a:moveTo>
                  <a:pt x="0" y="0"/>
                </a:moveTo>
                <a:lnTo>
                  <a:pt x="688578" y="0"/>
                </a:lnTo>
                <a:lnTo>
                  <a:pt x="688578" y="688578"/>
                </a:lnTo>
                <a:lnTo>
                  <a:pt x="0" y="688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295408" y="1254630"/>
            <a:ext cx="688578" cy="688578"/>
          </a:xfrm>
          <a:custGeom>
            <a:avLst/>
            <a:gdLst/>
            <a:ahLst/>
            <a:cxnLst/>
            <a:rect l="l" t="t" r="r" b="b"/>
            <a:pathLst>
              <a:path w="688578" h="688578">
                <a:moveTo>
                  <a:pt x="0" y="0"/>
                </a:moveTo>
                <a:lnTo>
                  <a:pt x="688578" y="0"/>
                </a:lnTo>
                <a:lnTo>
                  <a:pt x="688578" y="688578"/>
                </a:lnTo>
                <a:lnTo>
                  <a:pt x="0" y="688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238498" y="3390639"/>
            <a:ext cx="3811005" cy="381100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25046" r="-25046"/>
              </a:stretch>
            </a:blipFill>
            <a:ln w="95250" cap="sq">
              <a:solidFill>
                <a:srgbClr val="FFDA66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828692" y="3237998"/>
            <a:ext cx="3811005" cy="38110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58695" r="-58695"/>
              </a:stretch>
            </a:blipFill>
            <a:ln w="95250" cap="sq">
              <a:solidFill>
                <a:srgbClr val="FFDA66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427368" y="3390639"/>
            <a:ext cx="3811005" cy="381100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4"/>
              <a:stretch>
                <a:fillRect r="-50093"/>
              </a:stretch>
            </a:blipFill>
            <a:ln w="95250" cap="sq">
              <a:solidFill>
                <a:srgbClr val="FFDA66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4468967" y="1637019"/>
            <a:ext cx="9350067" cy="8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999" b="1">
                <a:solidFill>
                  <a:srgbClr val="FFDA66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ALUR KERJA APLIKASI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7745" y="7560500"/>
            <a:ext cx="1530249" cy="4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31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INPUT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39938" y="7560500"/>
            <a:ext cx="1808125" cy="4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31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PROSES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99382" y="7560500"/>
            <a:ext cx="1839304" cy="45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3185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30279" y="1028700"/>
            <a:ext cx="3839923" cy="3873819"/>
          </a:xfrm>
          <a:custGeom>
            <a:avLst/>
            <a:gdLst/>
            <a:ahLst/>
            <a:cxnLst/>
            <a:rect l="l" t="t" r="r" b="b"/>
            <a:pathLst>
              <a:path w="3839923" h="3873819">
                <a:moveTo>
                  <a:pt x="0" y="0"/>
                </a:moveTo>
                <a:lnTo>
                  <a:pt x="3839923" y="0"/>
                </a:lnTo>
                <a:lnTo>
                  <a:pt x="3839923" y="3873819"/>
                </a:lnTo>
                <a:lnTo>
                  <a:pt x="0" y="387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5237">
            <a:off x="15714352" y="3968183"/>
            <a:ext cx="3089896" cy="5617992"/>
          </a:xfrm>
          <a:custGeom>
            <a:avLst/>
            <a:gdLst/>
            <a:ahLst/>
            <a:cxnLst/>
            <a:rect l="l" t="t" r="r" b="b"/>
            <a:pathLst>
              <a:path w="3089896" h="5617992">
                <a:moveTo>
                  <a:pt x="0" y="0"/>
                </a:moveTo>
                <a:lnTo>
                  <a:pt x="3089896" y="0"/>
                </a:lnTo>
                <a:lnTo>
                  <a:pt x="3089896" y="5617992"/>
                </a:lnTo>
                <a:lnTo>
                  <a:pt x="0" y="5617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34906" flipH="1">
            <a:off x="-523501" y="-1303722"/>
            <a:ext cx="3753823" cy="3031212"/>
          </a:xfrm>
          <a:custGeom>
            <a:avLst/>
            <a:gdLst/>
            <a:ahLst/>
            <a:cxnLst/>
            <a:rect l="l" t="t" r="r" b="b"/>
            <a:pathLst>
              <a:path w="3753823" h="3031212">
                <a:moveTo>
                  <a:pt x="3753823" y="0"/>
                </a:moveTo>
                <a:lnTo>
                  <a:pt x="0" y="0"/>
                </a:lnTo>
                <a:lnTo>
                  <a:pt x="0" y="3031212"/>
                </a:lnTo>
                <a:lnTo>
                  <a:pt x="3753823" y="3031212"/>
                </a:lnTo>
                <a:lnTo>
                  <a:pt x="375382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46756">
            <a:off x="15998660" y="728391"/>
            <a:ext cx="2734633" cy="5614302"/>
          </a:xfrm>
          <a:custGeom>
            <a:avLst/>
            <a:gdLst/>
            <a:ahLst/>
            <a:cxnLst/>
            <a:rect l="l" t="t" r="r" b="b"/>
            <a:pathLst>
              <a:path w="2734633" h="5614302">
                <a:moveTo>
                  <a:pt x="0" y="0"/>
                </a:moveTo>
                <a:lnTo>
                  <a:pt x="2734633" y="0"/>
                </a:lnTo>
                <a:lnTo>
                  <a:pt x="2734633" y="5614302"/>
                </a:lnTo>
                <a:lnTo>
                  <a:pt x="0" y="561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4939712" y="7614576"/>
            <a:ext cx="3579066" cy="3610659"/>
          </a:xfrm>
          <a:custGeom>
            <a:avLst/>
            <a:gdLst/>
            <a:ahLst/>
            <a:cxnLst/>
            <a:rect l="l" t="t" r="r" b="b"/>
            <a:pathLst>
              <a:path w="3579066" h="3610659">
                <a:moveTo>
                  <a:pt x="0" y="0"/>
                </a:moveTo>
                <a:lnTo>
                  <a:pt x="3579065" y="0"/>
                </a:lnTo>
                <a:lnTo>
                  <a:pt x="3579065" y="3610659"/>
                </a:lnTo>
                <a:lnTo>
                  <a:pt x="0" y="3610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184836" flipH="1">
            <a:off x="-1456972" y="2986773"/>
            <a:ext cx="2913944" cy="5982433"/>
          </a:xfrm>
          <a:custGeom>
            <a:avLst/>
            <a:gdLst/>
            <a:ahLst/>
            <a:cxnLst/>
            <a:rect l="l" t="t" r="r" b="b"/>
            <a:pathLst>
              <a:path w="2913944" h="5982433">
                <a:moveTo>
                  <a:pt x="2913944" y="0"/>
                </a:moveTo>
                <a:lnTo>
                  <a:pt x="0" y="0"/>
                </a:lnTo>
                <a:lnTo>
                  <a:pt x="0" y="5982433"/>
                </a:lnTo>
                <a:lnTo>
                  <a:pt x="2913944" y="5982433"/>
                </a:lnTo>
                <a:lnTo>
                  <a:pt x="291394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99001" y="7186363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3"/>
                </a:lnTo>
                <a:lnTo>
                  <a:pt x="0" y="630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46042" y="728391"/>
            <a:ext cx="675776" cy="675776"/>
          </a:xfrm>
          <a:custGeom>
            <a:avLst/>
            <a:gdLst/>
            <a:ahLst/>
            <a:cxnLst/>
            <a:rect l="l" t="t" r="r" b="b"/>
            <a:pathLst>
              <a:path w="675776" h="675776">
                <a:moveTo>
                  <a:pt x="0" y="0"/>
                </a:moveTo>
                <a:lnTo>
                  <a:pt x="675777" y="0"/>
                </a:lnTo>
                <a:lnTo>
                  <a:pt x="675777" y="675777"/>
                </a:lnTo>
                <a:lnTo>
                  <a:pt x="0" y="675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1617" y="210918"/>
            <a:ext cx="3691143" cy="2134256"/>
          </a:xfrm>
          <a:custGeom>
            <a:avLst/>
            <a:gdLst/>
            <a:ahLst/>
            <a:cxnLst/>
            <a:rect l="l" t="t" r="r" b="b"/>
            <a:pathLst>
              <a:path w="3691143" h="2134256">
                <a:moveTo>
                  <a:pt x="0" y="0"/>
                </a:moveTo>
                <a:lnTo>
                  <a:pt x="3691143" y="0"/>
                </a:lnTo>
                <a:lnTo>
                  <a:pt x="3691143" y="2134256"/>
                </a:lnTo>
                <a:lnTo>
                  <a:pt x="0" y="21342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2" name="Freeform 12"/>
          <p:cNvSpPr/>
          <p:nvPr/>
        </p:nvSpPr>
        <p:spPr>
          <a:xfrm rot="1616795" flipV="1">
            <a:off x="2063189" y="8038644"/>
            <a:ext cx="4567819" cy="2641159"/>
          </a:xfrm>
          <a:custGeom>
            <a:avLst/>
            <a:gdLst/>
            <a:ahLst/>
            <a:cxnLst/>
            <a:rect l="l" t="t" r="r" b="b"/>
            <a:pathLst>
              <a:path w="4567819" h="2641159">
                <a:moveTo>
                  <a:pt x="0" y="2641159"/>
                </a:moveTo>
                <a:lnTo>
                  <a:pt x="4567819" y="2641159"/>
                </a:lnTo>
                <a:lnTo>
                  <a:pt x="4567819" y="0"/>
                </a:lnTo>
                <a:lnTo>
                  <a:pt x="0" y="0"/>
                </a:lnTo>
                <a:lnTo>
                  <a:pt x="0" y="2641159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529930" y="1930578"/>
            <a:ext cx="13228141" cy="6514145"/>
          </a:xfrm>
          <a:custGeom>
            <a:avLst/>
            <a:gdLst/>
            <a:ahLst/>
            <a:cxnLst/>
            <a:rect l="l" t="t" r="r" b="b"/>
            <a:pathLst>
              <a:path w="13228141" h="6514145">
                <a:moveTo>
                  <a:pt x="0" y="0"/>
                </a:moveTo>
                <a:lnTo>
                  <a:pt x="13228140" y="0"/>
                </a:lnTo>
                <a:lnTo>
                  <a:pt x="13228140" y="6514145"/>
                </a:lnTo>
                <a:lnTo>
                  <a:pt x="0" y="6514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5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42225" y="766491"/>
            <a:ext cx="7403549" cy="8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999" b="1">
                <a:solidFill>
                  <a:srgbClr val="FFDA66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KODE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30279" y="1028700"/>
            <a:ext cx="3839923" cy="3873819"/>
          </a:xfrm>
          <a:custGeom>
            <a:avLst/>
            <a:gdLst/>
            <a:ahLst/>
            <a:cxnLst/>
            <a:rect l="l" t="t" r="r" b="b"/>
            <a:pathLst>
              <a:path w="3839923" h="3873819">
                <a:moveTo>
                  <a:pt x="0" y="0"/>
                </a:moveTo>
                <a:lnTo>
                  <a:pt x="3839923" y="0"/>
                </a:lnTo>
                <a:lnTo>
                  <a:pt x="3839923" y="3873819"/>
                </a:lnTo>
                <a:lnTo>
                  <a:pt x="0" y="387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5237">
            <a:off x="15714352" y="3968183"/>
            <a:ext cx="3089896" cy="5617992"/>
          </a:xfrm>
          <a:custGeom>
            <a:avLst/>
            <a:gdLst/>
            <a:ahLst/>
            <a:cxnLst/>
            <a:rect l="l" t="t" r="r" b="b"/>
            <a:pathLst>
              <a:path w="3089896" h="5617992">
                <a:moveTo>
                  <a:pt x="0" y="0"/>
                </a:moveTo>
                <a:lnTo>
                  <a:pt x="3089896" y="0"/>
                </a:lnTo>
                <a:lnTo>
                  <a:pt x="3089896" y="5617992"/>
                </a:lnTo>
                <a:lnTo>
                  <a:pt x="0" y="5617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34906" flipH="1">
            <a:off x="-523501" y="-1303722"/>
            <a:ext cx="3753823" cy="3031212"/>
          </a:xfrm>
          <a:custGeom>
            <a:avLst/>
            <a:gdLst/>
            <a:ahLst/>
            <a:cxnLst/>
            <a:rect l="l" t="t" r="r" b="b"/>
            <a:pathLst>
              <a:path w="3753823" h="3031212">
                <a:moveTo>
                  <a:pt x="3753823" y="0"/>
                </a:moveTo>
                <a:lnTo>
                  <a:pt x="0" y="0"/>
                </a:lnTo>
                <a:lnTo>
                  <a:pt x="0" y="3031212"/>
                </a:lnTo>
                <a:lnTo>
                  <a:pt x="3753823" y="3031212"/>
                </a:lnTo>
                <a:lnTo>
                  <a:pt x="375382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46756">
            <a:off x="15998660" y="728391"/>
            <a:ext cx="2734633" cy="5614302"/>
          </a:xfrm>
          <a:custGeom>
            <a:avLst/>
            <a:gdLst/>
            <a:ahLst/>
            <a:cxnLst/>
            <a:rect l="l" t="t" r="r" b="b"/>
            <a:pathLst>
              <a:path w="2734633" h="5614302">
                <a:moveTo>
                  <a:pt x="0" y="0"/>
                </a:moveTo>
                <a:lnTo>
                  <a:pt x="2734633" y="0"/>
                </a:lnTo>
                <a:lnTo>
                  <a:pt x="2734633" y="5614302"/>
                </a:lnTo>
                <a:lnTo>
                  <a:pt x="0" y="561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4939712" y="7614576"/>
            <a:ext cx="3579066" cy="3610659"/>
          </a:xfrm>
          <a:custGeom>
            <a:avLst/>
            <a:gdLst/>
            <a:ahLst/>
            <a:cxnLst/>
            <a:rect l="l" t="t" r="r" b="b"/>
            <a:pathLst>
              <a:path w="3579066" h="3610659">
                <a:moveTo>
                  <a:pt x="0" y="0"/>
                </a:moveTo>
                <a:lnTo>
                  <a:pt x="3579065" y="0"/>
                </a:lnTo>
                <a:lnTo>
                  <a:pt x="3579065" y="3610659"/>
                </a:lnTo>
                <a:lnTo>
                  <a:pt x="0" y="3610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184836" flipH="1">
            <a:off x="-1456972" y="2986773"/>
            <a:ext cx="2913944" cy="5982433"/>
          </a:xfrm>
          <a:custGeom>
            <a:avLst/>
            <a:gdLst/>
            <a:ahLst/>
            <a:cxnLst/>
            <a:rect l="l" t="t" r="r" b="b"/>
            <a:pathLst>
              <a:path w="2913944" h="5982433">
                <a:moveTo>
                  <a:pt x="2913944" y="0"/>
                </a:moveTo>
                <a:lnTo>
                  <a:pt x="0" y="0"/>
                </a:lnTo>
                <a:lnTo>
                  <a:pt x="0" y="5982433"/>
                </a:lnTo>
                <a:lnTo>
                  <a:pt x="2913944" y="5982433"/>
                </a:lnTo>
                <a:lnTo>
                  <a:pt x="291394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99001" y="7186363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3"/>
                </a:lnTo>
                <a:lnTo>
                  <a:pt x="0" y="630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46042" y="728391"/>
            <a:ext cx="675776" cy="675776"/>
          </a:xfrm>
          <a:custGeom>
            <a:avLst/>
            <a:gdLst/>
            <a:ahLst/>
            <a:cxnLst/>
            <a:rect l="l" t="t" r="r" b="b"/>
            <a:pathLst>
              <a:path w="675776" h="675776">
                <a:moveTo>
                  <a:pt x="0" y="0"/>
                </a:moveTo>
                <a:lnTo>
                  <a:pt x="675777" y="0"/>
                </a:lnTo>
                <a:lnTo>
                  <a:pt x="675777" y="675777"/>
                </a:lnTo>
                <a:lnTo>
                  <a:pt x="0" y="675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1617" y="210918"/>
            <a:ext cx="3691143" cy="2134256"/>
          </a:xfrm>
          <a:custGeom>
            <a:avLst/>
            <a:gdLst/>
            <a:ahLst/>
            <a:cxnLst/>
            <a:rect l="l" t="t" r="r" b="b"/>
            <a:pathLst>
              <a:path w="3691143" h="2134256">
                <a:moveTo>
                  <a:pt x="0" y="0"/>
                </a:moveTo>
                <a:lnTo>
                  <a:pt x="3691143" y="0"/>
                </a:lnTo>
                <a:lnTo>
                  <a:pt x="3691143" y="2134256"/>
                </a:lnTo>
                <a:lnTo>
                  <a:pt x="0" y="21342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2" name="Freeform 12"/>
          <p:cNvSpPr/>
          <p:nvPr/>
        </p:nvSpPr>
        <p:spPr>
          <a:xfrm rot="1616795" flipV="1">
            <a:off x="2063189" y="8038644"/>
            <a:ext cx="4567819" cy="2641159"/>
          </a:xfrm>
          <a:custGeom>
            <a:avLst/>
            <a:gdLst/>
            <a:ahLst/>
            <a:cxnLst/>
            <a:rect l="l" t="t" r="r" b="b"/>
            <a:pathLst>
              <a:path w="4567819" h="2641159">
                <a:moveTo>
                  <a:pt x="0" y="2641159"/>
                </a:moveTo>
                <a:lnTo>
                  <a:pt x="4567819" y="2641159"/>
                </a:lnTo>
                <a:lnTo>
                  <a:pt x="4567819" y="0"/>
                </a:lnTo>
                <a:lnTo>
                  <a:pt x="0" y="0"/>
                </a:lnTo>
                <a:lnTo>
                  <a:pt x="0" y="2641159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870860" y="2345174"/>
            <a:ext cx="13228141" cy="5681474"/>
          </a:xfrm>
          <a:custGeom>
            <a:avLst/>
            <a:gdLst/>
            <a:ahLst/>
            <a:cxnLst/>
            <a:rect l="l" t="t" r="r" b="b"/>
            <a:pathLst>
              <a:path w="13228141" h="5681474">
                <a:moveTo>
                  <a:pt x="0" y="0"/>
                </a:moveTo>
                <a:lnTo>
                  <a:pt x="13228141" y="0"/>
                </a:lnTo>
                <a:lnTo>
                  <a:pt x="13228141" y="5681475"/>
                </a:lnTo>
                <a:lnTo>
                  <a:pt x="0" y="56814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42225" y="766491"/>
            <a:ext cx="7403549" cy="8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999" b="1">
                <a:solidFill>
                  <a:srgbClr val="FFDA66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KODE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30279" y="1028700"/>
            <a:ext cx="3839923" cy="3873819"/>
          </a:xfrm>
          <a:custGeom>
            <a:avLst/>
            <a:gdLst/>
            <a:ahLst/>
            <a:cxnLst/>
            <a:rect l="l" t="t" r="r" b="b"/>
            <a:pathLst>
              <a:path w="3839923" h="3873819">
                <a:moveTo>
                  <a:pt x="0" y="0"/>
                </a:moveTo>
                <a:lnTo>
                  <a:pt x="3839923" y="0"/>
                </a:lnTo>
                <a:lnTo>
                  <a:pt x="3839923" y="3873819"/>
                </a:lnTo>
                <a:lnTo>
                  <a:pt x="0" y="387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5237">
            <a:off x="15714352" y="3968183"/>
            <a:ext cx="3089896" cy="5617992"/>
          </a:xfrm>
          <a:custGeom>
            <a:avLst/>
            <a:gdLst/>
            <a:ahLst/>
            <a:cxnLst/>
            <a:rect l="l" t="t" r="r" b="b"/>
            <a:pathLst>
              <a:path w="3089896" h="5617992">
                <a:moveTo>
                  <a:pt x="0" y="0"/>
                </a:moveTo>
                <a:lnTo>
                  <a:pt x="3089896" y="0"/>
                </a:lnTo>
                <a:lnTo>
                  <a:pt x="3089896" y="5617992"/>
                </a:lnTo>
                <a:lnTo>
                  <a:pt x="0" y="5617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34906" flipH="1">
            <a:off x="-523501" y="-1303722"/>
            <a:ext cx="3753823" cy="3031212"/>
          </a:xfrm>
          <a:custGeom>
            <a:avLst/>
            <a:gdLst/>
            <a:ahLst/>
            <a:cxnLst/>
            <a:rect l="l" t="t" r="r" b="b"/>
            <a:pathLst>
              <a:path w="3753823" h="3031212">
                <a:moveTo>
                  <a:pt x="3753823" y="0"/>
                </a:moveTo>
                <a:lnTo>
                  <a:pt x="0" y="0"/>
                </a:lnTo>
                <a:lnTo>
                  <a:pt x="0" y="3031212"/>
                </a:lnTo>
                <a:lnTo>
                  <a:pt x="3753823" y="3031212"/>
                </a:lnTo>
                <a:lnTo>
                  <a:pt x="375382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46756">
            <a:off x="15998660" y="728391"/>
            <a:ext cx="2734633" cy="5614302"/>
          </a:xfrm>
          <a:custGeom>
            <a:avLst/>
            <a:gdLst/>
            <a:ahLst/>
            <a:cxnLst/>
            <a:rect l="l" t="t" r="r" b="b"/>
            <a:pathLst>
              <a:path w="2734633" h="5614302">
                <a:moveTo>
                  <a:pt x="0" y="0"/>
                </a:moveTo>
                <a:lnTo>
                  <a:pt x="2734633" y="0"/>
                </a:lnTo>
                <a:lnTo>
                  <a:pt x="2734633" y="5614302"/>
                </a:lnTo>
                <a:lnTo>
                  <a:pt x="0" y="561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4939712" y="7614576"/>
            <a:ext cx="3579066" cy="3610659"/>
          </a:xfrm>
          <a:custGeom>
            <a:avLst/>
            <a:gdLst/>
            <a:ahLst/>
            <a:cxnLst/>
            <a:rect l="l" t="t" r="r" b="b"/>
            <a:pathLst>
              <a:path w="3579066" h="3610659">
                <a:moveTo>
                  <a:pt x="0" y="0"/>
                </a:moveTo>
                <a:lnTo>
                  <a:pt x="3579065" y="0"/>
                </a:lnTo>
                <a:lnTo>
                  <a:pt x="3579065" y="3610659"/>
                </a:lnTo>
                <a:lnTo>
                  <a:pt x="0" y="3610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184836" flipH="1">
            <a:off x="-1456972" y="2986773"/>
            <a:ext cx="2913944" cy="5982433"/>
          </a:xfrm>
          <a:custGeom>
            <a:avLst/>
            <a:gdLst/>
            <a:ahLst/>
            <a:cxnLst/>
            <a:rect l="l" t="t" r="r" b="b"/>
            <a:pathLst>
              <a:path w="2913944" h="5982433">
                <a:moveTo>
                  <a:pt x="2913944" y="0"/>
                </a:moveTo>
                <a:lnTo>
                  <a:pt x="0" y="0"/>
                </a:lnTo>
                <a:lnTo>
                  <a:pt x="0" y="5982433"/>
                </a:lnTo>
                <a:lnTo>
                  <a:pt x="2913944" y="5982433"/>
                </a:lnTo>
                <a:lnTo>
                  <a:pt x="291394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99001" y="7186363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3"/>
                </a:lnTo>
                <a:lnTo>
                  <a:pt x="0" y="630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46042" y="728391"/>
            <a:ext cx="675776" cy="675776"/>
          </a:xfrm>
          <a:custGeom>
            <a:avLst/>
            <a:gdLst/>
            <a:ahLst/>
            <a:cxnLst/>
            <a:rect l="l" t="t" r="r" b="b"/>
            <a:pathLst>
              <a:path w="675776" h="675776">
                <a:moveTo>
                  <a:pt x="0" y="0"/>
                </a:moveTo>
                <a:lnTo>
                  <a:pt x="675777" y="0"/>
                </a:lnTo>
                <a:lnTo>
                  <a:pt x="675777" y="675777"/>
                </a:lnTo>
                <a:lnTo>
                  <a:pt x="0" y="675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1617" y="210918"/>
            <a:ext cx="3691143" cy="2134256"/>
          </a:xfrm>
          <a:custGeom>
            <a:avLst/>
            <a:gdLst/>
            <a:ahLst/>
            <a:cxnLst/>
            <a:rect l="l" t="t" r="r" b="b"/>
            <a:pathLst>
              <a:path w="3691143" h="2134256">
                <a:moveTo>
                  <a:pt x="0" y="0"/>
                </a:moveTo>
                <a:lnTo>
                  <a:pt x="3691143" y="0"/>
                </a:lnTo>
                <a:lnTo>
                  <a:pt x="3691143" y="2134256"/>
                </a:lnTo>
                <a:lnTo>
                  <a:pt x="0" y="21342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2" name="Freeform 12"/>
          <p:cNvSpPr/>
          <p:nvPr/>
        </p:nvSpPr>
        <p:spPr>
          <a:xfrm rot="1616795" flipV="1">
            <a:off x="2063189" y="8038644"/>
            <a:ext cx="4567819" cy="2641159"/>
          </a:xfrm>
          <a:custGeom>
            <a:avLst/>
            <a:gdLst/>
            <a:ahLst/>
            <a:cxnLst/>
            <a:rect l="l" t="t" r="r" b="b"/>
            <a:pathLst>
              <a:path w="4567819" h="2641159">
                <a:moveTo>
                  <a:pt x="0" y="2641159"/>
                </a:moveTo>
                <a:lnTo>
                  <a:pt x="4567819" y="2641159"/>
                </a:lnTo>
                <a:lnTo>
                  <a:pt x="4567819" y="0"/>
                </a:lnTo>
                <a:lnTo>
                  <a:pt x="0" y="0"/>
                </a:lnTo>
                <a:lnTo>
                  <a:pt x="0" y="2641159"/>
                </a:lnTo>
                <a:close/>
              </a:path>
            </a:pathLst>
          </a:custGeom>
          <a:blipFill>
            <a:blip r:embed="rId9"/>
            <a:stretch>
              <a:fillRect b="-51329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583930" y="2571624"/>
            <a:ext cx="10599094" cy="5961990"/>
          </a:xfrm>
          <a:custGeom>
            <a:avLst/>
            <a:gdLst/>
            <a:ahLst/>
            <a:cxnLst/>
            <a:rect l="l" t="t" r="r" b="b"/>
            <a:pathLst>
              <a:path w="10599094" h="5961990">
                <a:moveTo>
                  <a:pt x="0" y="0"/>
                </a:moveTo>
                <a:lnTo>
                  <a:pt x="10599094" y="0"/>
                </a:lnTo>
                <a:lnTo>
                  <a:pt x="10599094" y="5961991"/>
                </a:lnTo>
                <a:lnTo>
                  <a:pt x="0" y="59619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94310" y="1316146"/>
            <a:ext cx="9699380" cy="8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999" b="1">
                <a:solidFill>
                  <a:srgbClr val="FFDA66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TAMPILAN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0" t="-55975" r="-1305" b="-17361"/>
            </a:stretch>
          </a:blipFill>
        </p:spPr>
      </p:sp>
      <p:sp>
        <p:nvSpPr>
          <p:cNvPr id="3" name="Freeform 3"/>
          <p:cNvSpPr/>
          <p:nvPr/>
        </p:nvSpPr>
        <p:spPr>
          <a:xfrm rot="-573428">
            <a:off x="-35117" y="700846"/>
            <a:ext cx="5261542" cy="5307987"/>
          </a:xfrm>
          <a:custGeom>
            <a:avLst/>
            <a:gdLst/>
            <a:ahLst/>
            <a:cxnLst/>
            <a:rect l="l" t="t" r="r" b="b"/>
            <a:pathLst>
              <a:path w="5261542" h="5307987">
                <a:moveTo>
                  <a:pt x="0" y="0"/>
                </a:moveTo>
                <a:lnTo>
                  <a:pt x="5261543" y="0"/>
                </a:lnTo>
                <a:lnTo>
                  <a:pt x="5261543" y="5307988"/>
                </a:lnTo>
                <a:lnTo>
                  <a:pt x="0" y="5307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89340">
            <a:off x="13935987" y="3501841"/>
            <a:ext cx="4526280" cy="8229600"/>
          </a:xfrm>
          <a:custGeom>
            <a:avLst/>
            <a:gdLst/>
            <a:ahLst/>
            <a:cxnLst/>
            <a:rect l="l" t="t" r="r" b="b"/>
            <a:pathLst>
              <a:path w="4526280" h="8229600">
                <a:moveTo>
                  <a:pt x="0" y="0"/>
                </a:moveTo>
                <a:lnTo>
                  <a:pt x="4526280" y="0"/>
                </a:lnTo>
                <a:lnTo>
                  <a:pt x="45262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34906" flipH="1">
            <a:off x="-399434" y="-1386863"/>
            <a:ext cx="4662690" cy="3765122"/>
          </a:xfrm>
          <a:custGeom>
            <a:avLst/>
            <a:gdLst/>
            <a:ahLst/>
            <a:cxnLst/>
            <a:rect l="l" t="t" r="r" b="b"/>
            <a:pathLst>
              <a:path w="4662690" h="3765122">
                <a:moveTo>
                  <a:pt x="4662690" y="0"/>
                </a:moveTo>
                <a:lnTo>
                  <a:pt x="0" y="0"/>
                </a:lnTo>
                <a:lnTo>
                  <a:pt x="0" y="3765122"/>
                </a:lnTo>
                <a:lnTo>
                  <a:pt x="4662690" y="3765122"/>
                </a:lnTo>
                <a:lnTo>
                  <a:pt x="466269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67616">
            <a:off x="14410012" y="244111"/>
            <a:ext cx="3578229" cy="7346235"/>
          </a:xfrm>
          <a:custGeom>
            <a:avLst/>
            <a:gdLst/>
            <a:ahLst/>
            <a:cxnLst/>
            <a:rect l="l" t="t" r="r" b="b"/>
            <a:pathLst>
              <a:path w="3578229" h="7346235">
                <a:moveTo>
                  <a:pt x="0" y="0"/>
                </a:moveTo>
                <a:lnTo>
                  <a:pt x="3578229" y="0"/>
                </a:lnTo>
                <a:lnTo>
                  <a:pt x="3578229" y="7346235"/>
                </a:lnTo>
                <a:lnTo>
                  <a:pt x="0" y="734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45849">
            <a:off x="12016719" y="7282432"/>
            <a:ext cx="4657861" cy="4698977"/>
          </a:xfrm>
          <a:custGeom>
            <a:avLst/>
            <a:gdLst/>
            <a:ahLst/>
            <a:cxnLst/>
            <a:rect l="l" t="t" r="r" b="b"/>
            <a:pathLst>
              <a:path w="4657861" h="4698977">
                <a:moveTo>
                  <a:pt x="0" y="0"/>
                </a:moveTo>
                <a:lnTo>
                  <a:pt x="4657861" y="0"/>
                </a:lnTo>
                <a:lnTo>
                  <a:pt x="4657861" y="4698978"/>
                </a:lnTo>
                <a:lnTo>
                  <a:pt x="0" y="4698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709380" flipH="1">
            <a:off x="-1550054" y="3158805"/>
            <a:ext cx="3578229" cy="7346235"/>
          </a:xfrm>
          <a:custGeom>
            <a:avLst/>
            <a:gdLst/>
            <a:ahLst/>
            <a:cxnLst/>
            <a:rect l="l" t="t" r="r" b="b"/>
            <a:pathLst>
              <a:path w="3578229" h="7346235">
                <a:moveTo>
                  <a:pt x="3578229" y="0"/>
                </a:moveTo>
                <a:lnTo>
                  <a:pt x="0" y="0"/>
                </a:lnTo>
                <a:lnTo>
                  <a:pt x="0" y="7346236"/>
                </a:lnTo>
                <a:lnTo>
                  <a:pt x="3578229" y="7346236"/>
                </a:lnTo>
                <a:lnTo>
                  <a:pt x="3578229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583930" y="1101012"/>
            <a:ext cx="1605499" cy="1605499"/>
          </a:xfrm>
          <a:custGeom>
            <a:avLst/>
            <a:gdLst/>
            <a:ahLst/>
            <a:cxnLst/>
            <a:rect l="l" t="t" r="r" b="b"/>
            <a:pathLst>
              <a:path w="1605499" h="1605499">
                <a:moveTo>
                  <a:pt x="0" y="0"/>
                </a:moveTo>
                <a:lnTo>
                  <a:pt x="1605499" y="0"/>
                </a:lnTo>
                <a:lnTo>
                  <a:pt x="1605499" y="1605498"/>
                </a:lnTo>
                <a:lnTo>
                  <a:pt x="0" y="16054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27" y="7035307"/>
            <a:ext cx="1408932" cy="1408932"/>
          </a:xfrm>
          <a:custGeom>
            <a:avLst/>
            <a:gdLst/>
            <a:ahLst/>
            <a:cxnLst/>
            <a:rect l="l" t="t" r="r" b="b"/>
            <a:pathLst>
              <a:path w="1408932" h="1408932">
                <a:moveTo>
                  <a:pt x="0" y="0"/>
                </a:moveTo>
                <a:lnTo>
                  <a:pt x="1408933" y="0"/>
                </a:lnTo>
                <a:lnTo>
                  <a:pt x="1408933" y="1408932"/>
                </a:lnTo>
                <a:lnTo>
                  <a:pt x="0" y="1408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98660" y="6516801"/>
            <a:ext cx="630244" cy="630244"/>
          </a:xfrm>
          <a:custGeom>
            <a:avLst/>
            <a:gdLst/>
            <a:ahLst/>
            <a:cxnLst/>
            <a:rect l="l" t="t" r="r" b="b"/>
            <a:pathLst>
              <a:path w="630244" h="630244">
                <a:moveTo>
                  <a:pt x="0" y="0"/>
                </a:moveTo>
                <a:lnTo>
                  <a:pt x="630243" y="0"/>
                </a:lnTo>
                <a:lnTo>
                  <a:pt x="630243" y="630244"/>
                </a:lnTo>
                <a:lnTo>
                  <a:pt x="0" y="6302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46042" y="728391"/>
            <a:ext cx="675776" cy="675776"/>
          </a:xfrm>
          <a:custGeom>
            <a:avLst/>
            <a:gdLst/>
            <a:ahLst/>
            <a:cxnLst/>
            <a:rect l="l" t="t" r="r" b="b"/>
            <a:pathLst>
              <a:path w="675776" h="675776">
                <a:moveTo>
                  <a:pt x="0" y="0"/>
                </a:moveTo>
                <a:lnTo>
                  <a:pt x="675777" y="0"/>
                </a:lnTo>
                <a:lnTo>
                  <a:pt x="675777" y="675777"/>
                </a:lnTo>
                <a:lnTo>
                  <a:pt x="0" y="6757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78754">
            <a:off x="8755160" y="244176"/>
            <a:ext cx="4176366" cy="2414817"/>
          </a:xfrm>
          <a:custGeom>
            <a:avLst/>
            <a:gdLst/>
            <a:ahLst/>
            <a:cxnLst/>
            <a:rect l="l" t="t" r="r" b="b"/>
            <a:pathLst>
              <a:path w="4176366" h="2414817">
                <a:moveTo>
                  <a:pt x="0" y="0"/>
                </a:moveTo>
                <a:lnTo>
                  <a:pt x="4176366" y="0"/>
                </a:lnTo>
                <a:lnTo>
                  <a:pt x="4176366" y="2414817"/>
                </a:lnTo>
                <a:lnTo>
                  <a:pt x="0" y="2414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51329"/>
            </a:stretch>
          </a:blipFill>
        </p:spPr>
      </p:sp>
      <p:sp>
        <p:nvSpPr>
          <p:cNvPr id="14" name="Freeform 14"/>
          <p:cNvSpPr/>
          <p:nvPr/>
        </p:nvSpPr>
        <p:spPr>
          <a:xfrm rot="918506" flipV="1">
            <a:off x="3513659" y="7904932"/>
            <a:ext cx="4567819" cy="2641159"/>
          </a:xfrm>
          <a:custGeom>
            <a:avLst/>
            <a:gdLst/>
            <a:ahLst/>
            <a:cxnLst/>
            <a:rect l="l" t="t" r="r" b="b"/>
            <a:pathLst>
              <a:path w="4567819" h="2641159">
                <a:moveTo>
                  <a:pt x="0" y="2641159"/>
                </a:moveTo>
                <a:lnTo>
                  <a:pt x="4567818" y="2641159"/>
                </a:lnTo>
                <a:lnTo>
                  <a:pt x="4567818" y="0"/>
                </a:lnTo>
                <a:lnTo>
                  <a:pt x="0" y="0"/>
                </a:lnTo>
                <a:lnTo>
                  <a:pt x="0" y="2641159"/>
                </a:lnTo>
                <a:close/>
              </a:path>
            </a:pathLst>
          </a:custGeom>
          <a:blipFill>
            <a:blip r:embed="rId11"/>
            <a:stretch>
              <a:fillRect b="-5132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121397" y="4377413"/>
            <a:ext cx="10045205" cy="172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3"/>
              </a:lnSpc>
            </a:pPr>
            <a:r>
              <a:rPr lang="en-US" sz="1258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</Words>
  <Application>Microsoft Office PowerPoint</Application>
  <PresentationFormat>Custom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Playpen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Reza Rizki Fauji</dc:title>
  <cp:lastModifiedBy>Reza Rizki Fauji</cp:lastModifiedBy>
  <cp:revision>2</cp:revision>
  <dcterms:created xsi:type="dcterms:W3CDTF">2006-08-16T00:00:00Z</dcterms:created>
  <dcterms:modified xsi:type="dcterms:W3CDTF">2025-01-11T14:45:42Z</dcterms:modified>
  <dc:identifier>DAGb5AQcim4</dc:identifier>
</cp:coreProperties>
</file>